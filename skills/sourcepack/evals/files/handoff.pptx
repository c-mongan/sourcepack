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review mode to manual.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librarian receives approved work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